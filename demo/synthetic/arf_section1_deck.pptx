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What does an MMM assume before it sees your data?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Every marketing mix model commits to three answers before reading a single row.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8404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2C7FB8"/>
                </a:solidFill>
              </a:defRPr>
            </a:pPr>
            <a:r>
              <a:t>1.  How fast does response flatten?</a:t>
            </a:r>
          </a:p>
          <a:p>
            <a:pPr>
              <a:spcAft>
                <a:spcPts val="2000"/>
              </a:spcAft>
              <a:defRPr sz="1500" b="0">
                <a:solidFill>
                  <a:srgbClr val="5A5A5A"/>
                </a:solidFill>
              </a:defRPr>
            </a:pPr>
            <a:r>
              <a:t>      Where is the point of diminishing returns for this channel?</a:t>
            </a:r>
          </a:p>
          <a:p>
            <a:pPr>
              <a:spcAft>
                <a:spcPts val="200"/>
              </a:spcAft>
              <a:defRPr sz="2200" b="1">
                <a:solidFill>
                  <a:srgbClr val="2C7FB8"/>
                </a:solidFill>
              </a:defRPr>
            </a:pPr>
            <a:r>
              <a:t>2.  What shape is the curve?</a:t>
            </a:r>
          </a:p>
          <a:p>
            <a:pPr>
              <a:spcAft>
                <a:spcPts val="2000"/>
              </a:spcAft>
              <a:defRPr sz="1500" b="0">
                <a:solidFill>
                  <a:srgbClr val="5A5A5A"/>
                </a:solidFill>
              </a:defRPr>
            </a:pPr>
            <a:r>
              <a:t>      Does response build before it bends, or diminish from impression one?</a:t>
            </a:r>
          </a:p>
          <a:p>
            <a:pPr>
              <a:spcAft>
                <a:spcPts val="200"/>
              </a:spcAft>
              <a:defRPr sz="2200" b="1">
                <a:solidFill>
                  <a:srgbClr val="2C7FB8"/>
                </a:solidFill>
              </a:defRPr>
            </a:pPr>
            <a:r>
              <a:t>3.  How long does an impression keep working?</a:t>
            </a:r>
          </a:p>
          <a:p>
            <a:pPr>
              <a:spcAft>
                <a:spcPts val="2000"/>
              </a:spcAft>
              <a:defRPr sz="1500" b="0">
                <a:solidFill>
                  <a:srgbClr val="5A5A5A"/>
                </a:solidFill>
              </a:defRPr>
            </a:pPr>
            <a:r>
              <a:t>      How much of the effect lands this week, and how far does it carry?</a:t>
            </a:r>
          </a:p>
          <a:p>
            <a:pPr>
              <a:spcAft>
                <a:spcPts val="1000"/>
              </a:spcAft>
              <a:defRPr sz="2000" b="1">
                <a:solidFill>
                  <a:srgbClr val="C0392B"/>
                </a:solidFill>
              </a:defRPr>
            </a:pPr>
            <a:r>
              <a:t>You are never asked these questions. They ship as defaults.</a:t>
            </a:r>
          </a:p>
          <a:p>
            <a:pPr>
              <a:spcAft>
                <a:spcPts val="600"/>
              </a:spcAft>
              <a:defRPr sz="1400" b="0">
                <a:solidFill>
                  <a:srgbClr val="5A5A5A"/>
                </a:solidFill>
              </a:defRPr>
            </a:pPr>
            <a:r>
              <a:t>We can inspect these choices only because Meridian is open source — every closed MMM makes the same three choices, unauditably.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Assumption 1 — Saturation: the default says you are already there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Meridian scales each channel by its own median execution first, so "1.0" on the model’s x-axis means "what you already run".</a:t>
            </a:r>
          </a:p>
        </p:txBody>
      </p:sp>
      <p:pic>
        <p:nvPicPr>
          <p:cNvPr id="3" name="Picture 2" descr="section1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072" y="1417320"/>
            <a:ext cx="886355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C0392B"/>
                </a:solidFill>
              </a:defRPr>
            </a:pPr>
            <a:r>
              <a:t>Out of the box: 50% odds you are already past half-saturation, and 92% odds you have captured more than a third of the channel’s maximum effect — applied identically to every channel, whatever its audience or reach.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ec_m ~ TruncatedNormal(0.8, 0.8, [0.1, 10]).  https://developers.google.com/meridian/docs/advanced-modeling/default-prior-distributions#ec_m_and_ec_om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Assumption 2 — Slope: the parameter that is never estimated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slope_m = Deterministic(1.0). It has no prior, because it is not a random variable.</a:t>
            </a:r>
          </a:p>
        </p:txBody>
      </p:sp>
      <p:pic>
        <p:nvPicPr>
          <p:cNvPr id="3" name="Picture 2" descr="section1_s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138" y="1417320"/>
            <a:ext cx="8855418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C0392B"/>
                </a:solidFill>
              </a:defRPr>
            </a:pPr>
            <a:r>
              <a:t>Fixing the slope at 1 means diminishing returns from the very first impression — no build-up, no threshold effect. The stated reason is tractability, not advertising: concave curves guarantee the budget optimizer a global optimum.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Meridian: hill(x) = x^slope / (x^slope + ec^slope).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Assumption 3 — Adstock: a fair prior, and a hard cutoff behind it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alpha_m ~ Uniform(0, 1) is honestly flat — no skew to complain about here. The binding assumption sits elsewhere.</a:t>
            </a:r>
          </a:p>
        </p:txBody>
      </p:sp>
      <p:pic>
        <p:nvPicPr>
          <p:cNvPr id="3" name="Picture 2" descr="section1_adst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072" y="1417320"/>
            <a:ext cx="886355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C0392B"/>
                </a:solidFill>
              </a:defRPr>
            </a:pPr>
            <a:r>
              <a:t>Decay rate alone is not interpretable — half-life is. The same flat prior spans routines from a 0.6-week half-life at alpha=0.3 to a 6.6-week half-life at alpha=0.9.</a:t>
            </a:r>
          </a:p>
          <a:p>
            <a:pPr>
              <a:spcAft>
                <a:spcPts val="400"/>
              </a:spcAft>
              <a:defRPr sz="1400" b="1">
                <a:solidFill>
                  <a:srgbClr val="C0392B"/>
                </a:solidFill>
              </a:defRPr>
            </a:pPr>
            <a:r>
              <a:t>And the binding assumption is not a prior at all: max_lag = 8 is a hard truncation, never estimated. At a decay rate of 0.9 (6.6-week half-life), 39% of true carryover falls beyond week 8 and is silently discarded.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Simulated data with known ground truth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In the real world the true saturation point is never observed, only the fitted one. So: simulate geo × time data from a known generative model, fit an MMM to it, and check whether it recovers the truth it was built from.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400800" cy="8229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C7FB8"/>
                </a:solidFill>
              </a:defRPr>
            </a:pPr>
            <a:r>
              <a:t>Realistic Data Generation Process</a:t>
            </a:r>
          </a:p>
          <a:p>
            <a:pPr>
              <a:spcAft>
                <a:spcPts val="1000"/>
              </a:spcAft>
              <a:defRPr sz="1400" b="1">
                <a:solidFill>
                  <a:srgbClr val="1A1A1A"/>
                </a:solidFill>
              </a:defRPr>
            </a:pPr>
            <a:r>
              <a:t>Sales_g,t  =  Intercept_g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6080760" cy="21945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Trend_t</a:t>
            </a:r>
          </a:p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Seasonality_t</a:t>
            </a:r>
          </a:p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SharedShock_t</a:t>
            </a:r>
          </a:p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Σ_c ControlWeight_g,c · Control_g,t,c</a:t>
            </a:r>
          </a:p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Σ_m Coefficient_g,m · Saturation( Carryover(Impressions_g,t,m; Decay_m) ; HalfSaturation_m, Slope_m )</a:t>
            </a:r>
          </a:p>
          <a:p>
            <a:pPr>
              <a:spcAft>
                <a:spcPts val="600"/>
              </a:spcAft>
              <a:defRPr sz="1300" b="1">
                <a:solidFill>
                  <a:srgbClr val="1A1A1A"/>
                </a:solidFill>
              </a:defRPr>
            </a:pPr>
            <a:r>
              <a:t>+   Noise_g,t</a:t>
            </a:r>
          </a:p>
        </p:txBody>
      </p:sp>
      <p:pic>
        <p:nvPicPr>
          <p:cNvPr id="5" name="Picture 4" descr="slide5_series_r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343400" cy="4452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43400"/>
            <a:ext cx="64008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A1A1A"/>
                </a:solidFill>
              </a:defRPr>
            </a:pPr>
            <a:r>
              <a:t>What we know that no real dataset tells you — across all 10 simulated datasets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709160"/>
          <a:ext cx="64008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377440"/>
                <a:gridCol w="1280160"/>
                <a:gridCol w="1371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</a:defRPr>
                      </a:pPr>
                      <a:r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</a:defRPr>
                      </a:pPr>
                      <a:r>
                        <a:t>Half-saturation (× current delivery)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</a:defRPr>
                      </a:pPr>
                      <a:r>
                        <a:t>True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</a:defRPr>
                      </a:pPr>
                      <a:r>
                        <a:t>True carryover (α)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Channel-2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1.30×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Channel-1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9.00×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6400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20 regions × 156 weeks, media 32% of the outcome — a well-powered dataset, not a starved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Ranges span the 10 simulated datasets the results slides pool. A single value means the quantity is pinned across all of them by construction, so the comparison isolates it; ROI is re-derived from whatever data each draw produces, so it moves. The specific saturation threshold is a stated modelling assumption, not a claim about real-world saturation; what is being tested is the mechanism, not that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Where the spend actually sits on each channel’s own curve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Same x-axis as slide 2: media measured in multiples of that channel’s own median week, so 1.0 is "what you already run".</a:t>
            </a:r>
          </a:p>
        </p:txBody>
      </p:sp>
      <p:pic>
        <p:nvPicPr>
          <p:cNvPr id="3" name="Picture 2" descr="results_execution_v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350" y="1600200"/>
            <a:ext cx="9734994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C0392B"/>
                </a:solidFill>
              </a:defRPr>
            </a:pPr>
            <a:r>
              <a:t>Channel-1 is running at 10.0% of its ceiling — every week of it sits on the straight part of its own curve. Channel-2, at 43.6%, is up around the bend.</a:t>
            </a:r>
          </a:p>
          <a:p>
            <a:pPr>
              <a:spcAft>
                <a:spcPts val="600"/>
              </a:spcAft>
              <a:defRPr sz="1200" b="0">
                <a:solidFill>
                  <a:srgbClr val="5A5A5A"/>
                </a:solidFill>
              </a:defRPr>
            </a:pPr>
            <a:r>
              <a:t>This is the whole setup: one genuinely under-invested channel, one that is not. No statistics yet — just where the money currently lands.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Each dot is one region-week of simulated delivery, placed on the true response curve it was generated from.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Does the model recover the truth it was built from?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Same data, same model, same settings. The only difference between the two boxes in each panel is the saturation prior.</a:t>
            </a:r>
          </a:p>
        </p:txBody>
      </p:sp>
      <p:pic>
        <p:nvPicPr>
          <p:cNvPr id="3" name="Picture 2" descr="slide7_recovery_boxplot_r90_fulldr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187" y="1417320"/>
            <a:ext cx="10371321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C0392B"/>
                </a:solidFill>
              </a:defRPr>
            </a:pPr>
            <a:r>
              <a:t>The same default prior misses Channel-1’s saturation point by -69% and Channel-2’s by +5%. The error tracks how far the truth sits from the prior — not which channel it is.</a:t>
            </a:r>
          </a:p>
          <a:p>
            <a:pPr>
              <a:spcAft>
                <a:spcPts val="600"/>
              </a:spcAft>
              <a:defRPr sz="1300" b="0">
                <a:solidFill>
                  <a:srgbClr val="2C7FB8"/>
                </a:solidFill>
              </a:defRPr>
            </a:pPr>
            <a:r>
              <a:t>A reach-informed prior — built from ordinary planning inputs and ~25% wrong — removes that bias (-4% median) and wins on 10/10 datasets, though it is far noisier on any single one. ROI improves (+44% → +21%) without being fixed; carryover is unchanged either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10 simulated datasets with IDENTICAL true parameters — only the noise differs, so seed-to-seed spread is noise and nothing else. Posterior draws pooled across seeds and chains (20000 per box); box widths show combined spread, not one model’s calibrated credible interval. The informed prior’s anchors are perturbed ~25% per dataset rather than set to the truth — an oracle prior would be unbiased by construction. oracle_r2 = 0.9.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So ask the model the question you actually bought it for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"Should I spend more here?" — marginal return at spend levels above today’s, across 10 datasets. Channel-2 is the control.</a:t>
            </a:r>
          </a:p>
        </p:txBody>
      </p:sp>
      <p:pic>
        <p:nvPicPr>
          <p:cNvPr id="3" name="Picture 2" descr="slide8_mroi_r90_pin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80" y="1371600"/>
            <a:ext cx="9568334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C0392B"/>
                </a:solidFill>
              </a:defRPr>
            </a:pPr>
            <a:r>
              <a:t>Same prior, same extrapolation to 10x: on Channel-1 the default is off -58%, on Channel-2 just -3%. The model does not break when you extrapolate — it breaks when you extrapolate from a misplaced saturation point.</a:t>
            </a:r>
          </a:p>
          <a:p>
            <a:pPr>
              <a:spcAft>
                <a:spcPts val="600"/>
              </a:spcAft>
              <a:defRPr sz="1300" b="0">
                <a:solidFill>
                  <a:srgbClr val="2C7FB8"/>
                </a:solidFill>
              </a:defRPr>
            </a:pPr>
            <a:r>
              <a:t>On Channel-1 the default’s error also changes sign — +13% at today’s spend, -58% at 10x — flattering the channel today and starving it tomorrow. The reach-informed prior is biased but stably so, which is the property a reallocation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10 datasets with identical true parameters; shaded band is the middle 50% of pooled draws, so it mixes posterior and between-seed spread rather than being one model’s calibrated interval. At a 90% interval the default contains the truth on 4/10 datasets at 1x and 0/10 at 10x for Channel-1, versus 7/10 for Channel-2. Y-axes differ by channel.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  <a:defRPr sz="3000" b="1">
                <a:solidFill>
                  <a:srgbClr val="1A1A1A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500" b="0">
                <a:solidFill>
                  <a:srgbClr val="5A5A5A"/>
                </a:solidFill>
              </a:defRPr>
            </a:pPr>
            <a:r>
              <a:t>The defaults are a starting point, not a measurement — and you are never asked to confirm them.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212080" cy="44805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C0392B"/>
                </a:solidFill>
              </a:defRPr>
            </a:pPr>
            <a:r>
              <a:t>WHAT THE TEN DATASETS SHOWED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1.  The saturation prior is the same for every channel.</a:t>
            </a:r>
          </a:p>
          <a:p>
            <a:pPr>
              <a:spcAft>
                <a:spcPts val="1400"/>
              </a:spcAft>
              <a:defRPr sz="1200" b="0">
                <a:solidFill>
                  <a:srgbClr val="5A5A5A"/>
                </a:solidFill>
              </a:defRPr>
            </a:pPr>
            <a:r>
              <a:t>     It assumes you are already near the knee. On the under-reached channel it missed the truth by -69%.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2.  It only misleads where your channel sits far from it.</a:t>
            </a:r>
          </a:p>
          <a:p>
            <a:pPr>
              <a:spcAft>
                <a:spcPts val="1400"/>
              </a:spcAft>
              <a:defRPr sz="1200" b="0">
                <a:solidFill>
                  <a:srgbClr val="5A5A5A"/>
                </a:solidFill>
              </a:defRPr>
            </a:pPr>
            <a:r>
              <a:t>     Same prior, same fit, same 10 datasets: the well-reached channel came back +5%. That is a prior problem, not a broken model.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3.  The error compounds as you extrapolate.</a:t>
            </a:r>
          </a:p>
          <a:p>
            <a:pPr>
              <a:spcAft>
                <a:spcPts val="1400"/>
              </a:spcAft>
              <a:defRPr sz="1200" b="0">
                <a:solidFill>
                  <a:srgbClr val="5A5A5A"/>
                </a:solidFill>
              </a:defRPr>
            </a:pPr>
            <a:r>
              <a:t>     Marginal ROI ran +13% at today's spend to -58% at 10x, with the 90% interval missing the truth on 10/10 datasets.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00200"/>
            <a:ext cx="5303520" cy="44805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C0392B"/>
                </a:solidFill>
              </a:defRPr>
            </a:pPr>
            <a:r>
              <a:t>WHAT TO CHANGE IN YOUR OWN MODEL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1.  Ask what your model assumes before it sees your data.</a:t>
            </a:r>
          </a:p>
          <a:p>
            <a:pPr>
              <a:spcAft>
                <a:spcPts val="1000"/>
              </a:spcAft>
              <a:defRPr sz="1200" b="0">
                <a:solidFill>
                  <a:srgbClr val="5A5A5A"/>
                </a:solidFill>
              </a:defRPr>
            </a:pPr>
            <a:r>
              <a:t>     We did: the default gives 50% odds that every channel — whatever its audience or delivery — is already past half-saturation.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2.  Build the saturation prior from delivery.</a:t>
            </a:r>
          </a:p>
          <a:p>
            <a:pPr>
              <a:spcAft>
                <a:spcPts val="1000"/>
              </a:spcAft>
              <a:defRPr sz="1200" b="0">
                <a:solidFill>
                  <a:srgbClr val="5A5A5A"/>
                </a:solidFill>
              </a:defRPr>
            </a:pPr>
            <a:r>
              <a:t>     What share of your addressable audience you reach, and how often. Audience size alone is not the input — it cancels; the shortfall against it is what moves the answer.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3.  Set the carryover window deliberately.</a:t>
            </a:r>
          </a:p>
          <a:p>
            <a:pPr>
              <a:spcAft>
                <a:spcPts val="1000"/>
              </a:spcAft>
              <a:defRPr sz="1200" b="0">
                <a:solidFill>
                  <a:srgbClr val="5A5A5A"/>
                </a:solidFill>
              </a:defRPr>
            </a:pPr>
            <a:r>
              <a:t>     max_lag is a hard truncation, not a prior, and it moved our results. The decay prior alone did not: +17% vs +15%, indistinguishable.</a:t>
            </a:r>
          </a:p>
          <a:p>
            <a:pPr>
              <a:spcAft>
                <a:spcPts val="200"/>
              </a:spcAft>
              <a:defRPr sz="1400" b="1">
                <a:solidFill>
                  <a:srgbClr val="2C7FB8"/>
                </a:solidFill>
              </a:defRPr>
            </a:pPr>
            <a:r>
              <a:t>4.  Stress-test at 2–5x spend, not at today's.</a:t>
            </a:r>
          </a:p>
          <a:p>
            <a:pPr>
              <a:spcAft>
                <a:spcPts val="1000"/>
              </a:spcAft>
              <a:defRPr sz="1200" b="0">
                <a:solidFill>
                  <a:srgbClr val="5A5A5A"/>
                </a:solidFill>
              </a:defRPr>
            </a:pPr>
            <a:r>
              <a:t>     ROI and marginal ROI at current spend both concealed this. Only the elevated-spend curve separated the two priors.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A5A5A"/>
                </a:solidFill>
              </a:defRPr>
            </a:pPr>
            <a:r>
              <a:t>An informed prior removes the systematic bias; it does not recover the parameter. Its anchors were perturbed ~25% per dataset and it won 10/10, but it is wide on any single one (-31% to +27% interquartile) — its accuracy is inherited from your planning inputs, not estimated from the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