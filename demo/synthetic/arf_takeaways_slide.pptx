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1A1A1A"/>
                </a:solidFill>
              </a:defRPr>
            </a:pPr>
            <a:r>
              <a:t>Key takeaways</a:t>
            </a:r>
          </a:p>
          <a:p>
            <a:pPr>
              <a:spcAft>
                <a:spcPts val="600"/>
              </a:spcAft>
              <a:defRPr sz="1500" b="0">
                <a:solidFill>
                  <a:srgbClr val="5A5A5A"/>
                </a:solidFill>
              </a:defRPr>
            </a:pPr>
            <a:r>
              <a:t>The defaults are a starting point, not a measurement — and you are never asked to confirm them.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5212080" cy="44805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C0392B"/>
                </a:solidFill>
              </a:defRPr>
            </a:pPr>
            <a:r>
              <a:t>WHAT THE TEN DATASETS SHOWED</a:t>
            </a:r>
          </a:p>
          <a:p>
            <a:pPr>
              <a:spcAft>
                <a:spcPts val="200"/>
              </a:spcAft>
              <a:defRPr sz="1400" b="1">
                <a:solidFill>
                  <a:srgbClr val="2C7FB8"/>
                </a:solidFill>
              </a:defRPr>
            </a:pPr>
            <a:r>
              <a:t>1.  The saturation prior is the same for every channel.</a:t>
            </a:r>
          </a:p>
          <a:p>
            <a:pPr>
              <a:spcAft>
                <a:spcPts val="1400"/>
              </a:spcAft>
              <a:defRPr sz="1200" b="0">
                <a:solidFill>
                  <a:srgbClr val="5A5A5A"/>
                </a:solidFill>
              </a:defRPr>
            </a:pPr>
            <a:r>
              <a:t>     It assumes you are already near the knee. On the under-reached channel it missed the truth by -69%.</a:t>
            </a:r>
          </a:p>
          <a:p>
            <a:pPr>
              <a:spcAft>
                <a:spcPts val="200"/>
              </a:spcAft>
              <a:defRPr sz="1400" b="1">
                <a:solidFill>
                  <a:srgbClr val="2C7FB8"/>
                </a:solidFill>
              </a:defRPr>
            </a:pPr>
            <a:r>
              <a:t>2.  It only misleads where your channel sits far from it.</a:t>
            </a:r>
          </a:p>
          <a:p>
            <a:pPr>
              <a:spcAft>
                <a:spcPts val="1400"/>
              </a:spcAft>
              <a:defRPr sz="1200" b="0">
                <a:solidFill>
                  <a:srgbClr val="5A5A5A"/>
                </a:solidFill>
              </a:defRPr>
            </a:pPr>
            <a:r>
              <a:t>     Same prior, same fit, same 10 datasets: the well-reached channel came back +5%. That is a prior problem, not a broken model.</a:t>
            </a:r>
          </a:p>
          <a:p>
            <a:pPr>
              <a:spcAft>
                <a:spcPts val="200"/>
              </a:spcAft>
              <a:defRPr sz="1400" b="1">
                <a:solidFill>
                  <a:srgbClr val="2C7FB8"/>
                </a:solidFill>
              </a:defRPr>
            </a:pPr>
            <a:r>
              <a:t>3.  The error compounds as you extrapolate.</a:t>
            </a:r>
          </a:p>
          <a:p>
            <a:pPr>
              <a:spcAft>
                <a:spcPts val="1400"/>
              </a:spcAft>
              <a:defRPr sz="1200" b="0">
                <a:solidFill>
                  <a:srgbClr val="5A5A5A"/>
                </a:solidFill>
              </a:defRPr>
            </a:pPr>
            <a:r>
              <a:t>     Marginal ROI ran +13% at today's spend to -58% at 10x, with the 90% interval missing the truth on 10/10 datasets.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00200"/>
            <a:ext cx="5303520" cy="44805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C0392B"/>
                </a:solidFill>
              </a:defRPr>
            </a:pPr>
            <a:r>
              <a:t>WHAT TO CHANGE IN YOUR OWN MODEL</a:t>
            </a:r>
          </a:p>
          <a:p>
            <a:pPr>
              <a:spcAft>
                <a:spcPts val="200"/>
              </a:spcAft>
              <a:defRPr sz="1400" b="1">
                <a:solidFill>
                  <a:srgbClr val="2C7FB8"/>
                </a:solidFill>
              </a:defRPr>
            </a:pPr>
            <a:r>
              <a:t>1.  Ask what your model assumes before it sees your data.</a:t>
            </a:r>
          </a:p>
          <a:p>
            <a:pPr>
              <a:spcAft>
                <a:spcPts val="1000"/>
              </a:spcAft>
              <a:defRPr sz="1200" b="0">
                <a:solidFill>
                  <a:srgbClr val="5A5A5A"/>
                </a:solidFill>
              </a:defRPr>
            </a:pPr>
            <a:r>
              <a:t>     We did: the default gives 50% odds that every channel — whatever its audience or delivery — is already past half-saturation.</a:t>
            </a:r>
          </a:p>
          <a:p>
            <a:pPr>
              <a:spcAft>
                <a:spcPts val="200"/>
              </a:spcAft>
              <a:defRPr sz="1400" b="1">
                <a:solidFill>
                  <a:srgbClr val="2C7FB8"/>
                </a:solidFill>
              </a:defRPr>
            </a:pPr>
            <a:r>
              <a:t>2.  Build the saturation prior from delivery.</a:t>
            </a:r>
          </a:p>
          <a:p>
            <a:pPr>
              <a:spcAft>
                <a:spcPts val="1000"/>
              </a:spcAft>
              <a:defRPr sz="1200" b="0">
                <a:solidFill>
                  <a:srgbClr val="5A5A5A"/>
                </a:solidFill>
              </a:defRPr>
            </a:pPr>
            <a:r>
              <a:t>     What share of your addressable audience you reach, and how often. Audience size alone is not the input — it cancels; the shortfall against it is what moves the answer.</a:t>
            </a:r>
          </a:p>
          <a:p>
            <a:pPr>
              <a:spcAft>
                <a:spcPts val="200"/>
              </a:spcAft>
              <a:defRPr sz="1400" b="1">
                <a:solidFill>
                  <a:srgbClr val="2C7FB8"/>
                </a:solidFill>
              </a:defRPr>
            </a:pPr>
            <a:r>
              <a:t>3.  Set the carryover window deliberately.</a:t>
            </a:r>
          </a:p>
          <a:p>
            <a:pPr>
              <a:spcAft>
                <a:spcPts val="1000"/>
              </a:spcAft>
              <a:defRPr sz="1200" b="0">
                <a:solidFill>
                  <a:srgbClr val="5A5A5A"/>
                </a:solidFill>
              </a:defRPr>
            </a:pPr>
            <a:r>
              <a:t>     max_lag is a hard truncation, not a prior, and it moved our results. The decay prior alone did not: +17% vs +15%, indistinguishable.</a:t>
            </a:r>
          </a:p>
          <a:p>
            <a:pPr>
              <a:spcAft>
                <a:spcPts val="200"/>
              </a:spcAft>
              <a:defRPr sz="1400" b="1">
                <a:solidFill>
                  <a:srgbClr val="2C7FB8"/>
                </a:solidFill>
              </a:defRPr>
            </a:pPr>
            <a:r>
              <a:t>4.  Stress-test at 2–5x spend, not at today's.</a:t>
            </a:r>
          </a:p>
          <a:p>
            <a:pPr>
              <a:spcAft>
                <a:spcPts val="1000"/>
              </a:spcAft>
              <a:defRPr sz="1200" b="0">
                <a:solidFill>
                  <a:srgbClr val="5A5A5A"/>
                </a:solidFill>
              </a:defRPr>
            </a:pPr>
            <a:r>
              <a:t>     ROI and marginal ROI at current spend both concealed this. Only the elevated-spend curve separated the two priors.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A5A5A"/>
                </a:solidFill>
              </a:defRPr>
            </a:pPr>
            <a:r>
              <a:t>An informed prior removes the systematic bias; it does not recover the parameter. Its anchors were perturbed ~25% per dataset and it won 10/10, but it is wide on any single one (-31% to +27% interquartile) — its accuracy is inherited from your planning inputs, not estimated from the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